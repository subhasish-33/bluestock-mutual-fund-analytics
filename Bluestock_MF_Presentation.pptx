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Bluestock Mutual Fund Analytics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Data Pipeline &amp; Analytics Dashboard</a:t>
            </a:r>
          </a:p>
          <a:p>
            <a:r>
              <a:t>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 Statement:</a:t>
            </a:r>
          </a:p>
          <a:p>
            <a:pPr lvl="1"/>
            <a:r>
              <a:t>Evaluating mutual funds requires analyzing historical NAV, understanding risk profiles, and standardizing data from multiple sources.</a:t>
            </a:r>
          </a:p>
          <a:p>
            <a:r>
              <a:t>Objectives:</a:t>
            </a:r>
          </a:p>
          <a:p>
            <a:pPr lvl="1"/>
            <a:r>
              <a:t>Build an automated ETL pipeline for daily NAVs.</a:t>
            </a:r>
          </a:p>
          <a:p>
            <a:pPr lvl="1"/>
            <a:r>
              <a:t>Design a reliable, local data warehouse (SQLite).</a:t>
            </a:r>
          </a:p>
          <a:p>
            <a:pPr lvl="1"/>
            <a:r>
              <a:t>Calculate and visualize key performance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Sources utilized:</a:t>
            </a:r>
          </a:p>
          <a:p>
            <a:pPr lvl="1"/>
            <a:r>
              <a:t>AMFI Live API: Daily streaming NAV data.</a:t>
            </a:r>
          </a:p>
          <a:p>
            <a:pPr lvl="1"/>
            <a:r>
              <a:t>Historical CSVs: 5-year NAV history.</a:t>
            </a:r>
          </a:p>
          <a:p>
            <a:pPr lvl="1"/>
            <a:r>
              <a:t>Metadata &amp; Transactions: Synthesized investor activity and scheme profiles.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Engineering Pipeline:</a:t>
            </a:r>
          </a:p>
          <a:p>
            <a:pPr lvl="1"/>
            <a:r>
              <a:t>Extraction: Python Requests &amp; Pandas.</a:t>
            </a:r>
          </a:p>
          <a:p>
            <a:pPr lvl="1"/>
            <a:r>
              <a:t>Transformation: Anomaly detection, localized forward filling.</a:t>
            </a:r>
          </a:p>
          <a:p>
            <a:pPr lvl="1"/>
            <a:r>
              <a:t>Loading: Localized SQLite relational database.</a:t>
            </a:r>
          </a:p>
          <a:p>
            <a:pPr lvl="1"/>
            <a:r>
              <a:t>Automation: Scheduled python jobs for background fetching.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Highlights: AUM &amp; Volatility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Observations:</a:t>
            </a:r>
          </a:p>
          <a:p>
            <a:pPr lvl="1"/>
            <a:r>
              <a:t>AUM Skewness: Top 10% of funds control 60%+ of the industry AUM.</a:t>
            </a:r>
          </a:p>
          <a:p>
            <a:pPr lvl="1"/>
            <a:r>
              <a:t>Volatility Clusters: Small Cap and Sectoral funds map consistently to higher daily standard deviations.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Highlights: Trading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Quality Insights:</a:t>
            </a:r>
          </a:p>
          <a:p>
            <a:pPr lvl="1"/>
            <a:r>
              <a:t>Non-trading Days: Discovered systematic missing NAVs due to market holidays.</a:t>
            </a:r>
          </a:p>
          <a:p>
            <a:pPr lvl="1"/>
            <a:r>
              <a:t>Resolution: Transitioned to 252-trading day scaling for annualized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Baseline Evaluation:</a:t>
            </a:r>
          </a:p>
          <a:p>
            <a:pPr lvl="1"/>
            <a:r>
              <a:t>CAGR: Compounded annual growth based on trading days.</a:t>
            </a:r>
          </a:p>
          <a:p>
            <a:pPr lvl="1"/>
            <a:r>
              <a:t>Sharpe Ratio: Risk-adjusted return using a 6% risk-free rate.</a:t>
            </a:r>
          </a:p>
          <a:p>
            <a:pPr lvl="1"/>
            <a:r>
              <a:t>Sortino Ratio: Downside-focused risk adjustment.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Risk &amp; Cohort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Deep-dive Analytics:</a:t>
            </a:r>
          </a:p>
          <a:p>
            <a:pPr lvl="1"/>
            <a:r>
              <a:t>Value at Risk (VaR) &amp; Conditional VaR (CVaR).</a:t>
            </a:r>
          </a:p>
          <a:p>
            <a:pPr lvl="1"/>
            <a:r>
              <a:t>Maximum Drawdown analysis.</a:t>
            </a:r>
          </a:p>
          <a:p>
            <a:pPr lvl="1"/>
            <a:r>
              <a:t>Sector Concentration (HHI) for diversification assessment.</a:t>
            </a:r>
          </a:p>
          <a:p>
            <a:pPr lvl="1"/>
            <a:r>
              <a:t>SIP Continuity Cohorts to monitor investor retention.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Features:</a:t>
            </a:r>
          </a:p>
          <a:p>
            <a:pPr lvl="1"/>
            <a:r>
              <a:t>Multi-page navigation (Overview, Funds, Performance, Risk).</a:t>
            </a:r>
          </a:p>
          <a:p>
            <a:pPr lvl="1"/>
            <a:r>
              <a:t>Dynamic sidebar filters (Category, Risk, Ratings).</a:t>
            </a:r>
          </a:p>
          <a:p>
            <a:pPr lvl="1"/>
            <a:r>
              <a:t>[Insert Screenshot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Visuals built with Plotly:</a:t>
            </a:r>
          </a:p>
          <a:p>
            <a:pPr lvl="1"/>
            <a:r>
              <a:t>Interactive scatter plots mapping Return vs Volatility.</a:t>
            </a:r>
          </a:p>
          <a:p>
            <a:pPr lvl="1"/>
            <a:r>
              <a:t>Rolling Sharpe Ratio line charts.</a:t>
            </a:r>
          </a:p>
          <a:p>
            <a:pPr lvl="1"/>
            <a:r>
              <a:t>[Insert Screenshot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Takeaways:</a:t>
            </a:r>
          </a:p>
          <a:p>
            <a:pPr lvl="1"/>
            <a:r>
              <a:t>Implement automated alerts for funds breaching VaR thresholds.</a:t>
            </a:r>
          </a:p>
          <a:p>
            <a:pPr lvl="1"/>
            <a:r>
              <a:t>Target SIP investors at the 11-month mark to prevent drop-off.</a:t>
            </a:r>
          </a:p>
          <a:p>
            <a:pPr lvl="1"/>
            <a:r>
              <a:t>Diversify away from high HHI (Sector-concentrated) funds.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Answers</a:t>
            </a:r>
          </a:p>
          <a:p>
            <a:r>
              <a:t>GitHub: Subhasish-33/bluestock-mutual-fund-analytics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